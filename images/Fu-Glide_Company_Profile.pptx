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1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4A2273"/>
          </a:solidFill>
          <a:ln/>
        </p:spPr>
      </p:sp>
      <p:pic>
        <p:nvPicPr>
          <p:cNvPr id="4" name="Image 0" descr="/home/claude/ppt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685800"/>
            <a:ext cx="182880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FU-GLIDE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 INTELLIGENCE  NETWORK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94960" y="3886200"/>
            <a:ext cx="1371600" cy="0"/>
          </a:xfrm>
          <a:prstGeom prst="line">
            <a:avLst/>
          </a:prstGeom>
          <a:noFill/>
          <a:ln w="19050">
            <a:solidFill>
              <a:srgbClr val="C9962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4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57607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Education and Industry through Technology, Training &amp; Digital Growth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student-founded initiative based in Dindigul, Tamil Nadu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Innovation Intelligence Network (Fu-Glide IIN) works at the intersection of learning and technology — training people for the careers of tomorrow while helping businesses build the digital tools they need today.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operates on two connected tracks: hands-on education in AI, automation and digital skills, and enterprise services spanning marketing, web development, and growth consulting. Each track sharpens the other.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78040" y="1600200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4EF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60920" y="170992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719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Tracks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1031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Enterprise Services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3081528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4EFF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3191256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Partners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58444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· Startup TN · Govt. of TN · Namma School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0" y="4562856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4EF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467258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46817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2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5065776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Mentorship &amp; Consulting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&amp; 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meaningful digital solutions and mentorship that help businesses and learners grow.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118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course, workshop, and client engagement is judged by one question: did it move the person or business forward in a way they can measure? Fu-Glide pairs structured curricula with real feedback, real projects, and real accountability — turning learning into capability, and capability into results.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97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trusted partner in technology and education across the globe.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61188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strong regional base in Tamil Nadu, Fu-Glide is building the training programs, service capabilities, and partnerships needed to scale trust nationally and, over time, internationally — closing the distance between schooling and work.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7320" y="1755648"/>
            <a:ext cx="0" cy="640080"/>
          </a:xfrm>
          <a:prstGeom prst="line">
            <a:avLst/>
          </a:prstGeom>
          <a:noFill/>
          <a:ln w="19050">
            <a:solidFill>
              <a:srgbClr val="E8D6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91640" y="1691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outcome-driven learning programs for students and working professionals.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685800" cy="6858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17320" y="2807208"/>
            <a:ext cx="0" cy="640080"/>
          </a:xfrm>
          <a:prstGeom prst="line">
            <a:avLst/>
          </a:prstGeom>
          <a:noFill/>
          <a:ln w="19050">
            <a:solidFill>
              <a:srgbClr val="E8D6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2743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colleges and institutions improve placements, industry integration, and project readiness.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685800" cy="6858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417320" y="3858768"/>
            <a:ext cx="0" cy="640080"/>
          </a:xfrm>
          <a:prstGeom prst="line">
            <a:avLst/>
          </a:prstGeom>
          <a:noFill/>
          <a:ln w="19050">
            <a:solidFill>
              <a:srgbClr val="E8D6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91640" y="3794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structured training programs aligned with modern company expectations.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417320" y="4910328"/>
            <a:ext cx="0" cy="640080"/>
          </a:xfrm>
          <a:prstGeom prst="line">
            <a:avLst/>
          </a:prstGeom>
          <a:noFill/>
          <a:ln w="19050">
            <a:solidFill>
              <a:srgbClr val="E8D6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91640" y="4846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businesses to provide digital marketing, branding, and technology consulting.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Offerings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0195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Generative 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35915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Intelligence, Generative AI, prompt engineering, automation, and robotics.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73552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593592"/>
            <a:ext cx="685800" cy="68580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935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438144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Courses &amp; Technology Training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95344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project-based training across in-demand technology skills.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129784"/>
            <a:ext cx="685800" cy="68580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2978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97433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Non-IT Courses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431536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skill-building programs beyond the technology track.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Offerings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Technology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1168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3736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Optimisation (SEO)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9" name="Shape 7"/>
          <p:cNvSpPr/>
          <p:nvPr/>
        </p:nvSpPr>
        <p:spPr>
          <a:xfrm>
            <a:off x="6373368" y="201168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73368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Optimisation (SMO)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24612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718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and Google Ads Management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97180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324612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336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97180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Development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448056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2062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and Marketing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20624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373368" y="448056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73368" y="4480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20624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Services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571500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9808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44068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Proposals and Writing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544068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F4EF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373368" y="5715000"/>
            <a:ext cx="502920" cy="50292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73368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5440680"/>
            <a:ext cx="4434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Growth Development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22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Students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practical path to job-ready confidence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35185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411480" cy="4114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1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training — no prior experience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351859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2148840"/>
            <a:ext cx="411480" cy="4114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1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7830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and mini-projects for the resume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351859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20440"/>
            <a:ext cx="411480" cy="4114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1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1546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LinkedIn profiles, resumes &amp; portfolios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351859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520440"/>
            <a:ext cx="411480" cy="4114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1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1546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doubt-clearing support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351859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92040"/>
            <a:ext cx="411480" cy="4114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1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526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exposure to industry tools and platforms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35185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892040"/>
            <a:ext cx="411480" cy="4114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18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52628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action plan for the next 6–12 months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Colleges &amp; Industry Partners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partners with colleges and companies to deliver practical, project-based learning in digital skills, entrepreneurship, and future technologies — helping students not just get placed, but perform.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201168" cy="201168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32461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digital marketing curriculum (SEO, social, analytics, ads)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201168" cy="201168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8404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Corporate-style workshops on communication, problem-solving &amp; teamwork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201168" cy="201168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4348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projects built around industry expectations and measurable outcomes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1645920"/>
            <a:ext cx="4617720" cy="3566160"/>
          </a:xfrm>
          <a:prstGeom prst="roundRect">
            <a:avLst>
              <a:gd name="adj" fmla="val 2051"/>
            </a:avLst>
          </a:prstGeom>
          <a:solidFill>
            <a:srgbClr val="F4EF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69480" y="1828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Partners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69480" y="2468880"/>
            <a:ext cx="164592" cy="164592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71232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269480" y="3035808"/>
            <a:ext cx="164592" cy="164592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71232" y="2944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TN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269480" y="3602736"/>
            <a:ext cx="164592" cy="164592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71232" y="351129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Tamil Nadu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269480" y="4169664"/>
            <a:ext cx="164592" cy="164592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71232" y="407822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Namma School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Training &amp; Support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classroom learning to job-ready confidence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47672"/>
            <a:ext cx="457200" cy="4572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6888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Aptitude, logical reasoning &amp; technical test prep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62272" y="1947672"/>
            <a:ext cx="457200" cy="4572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6227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62272" y="246888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LinkedIn profile building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1312" y="1947672"/>
            <a:ext cx="457200" cy="4572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11312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46888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 with structured feedback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273552"/>
            <a:ext cx="457200" cy="4572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379476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 &amp; communication coaching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1089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2272" y="3273552"/>
            <a:ext cx="457200" cy="4572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62272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462272" y="379476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Industry-aligned mini-projects &amp; portfolios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10896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211312" y="3273552"/>
            <a:ext cx="457200" cy="4572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11312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379476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Soft-skills &amp; corporate-readiness workshops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" y="4599432"/>
            <a:ext cx="457200" cy="4572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5120640"/>
            <a:ext cx="3236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coordination with hiring partners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2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who completes Fu-Glide’s placement track walks into an interview with clarity, confidence, and a portfolio of real work.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51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572000" cy="45720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1417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PROJECT</a:t>
            </a:r>
            <a:endParaRPr lang="en-US" sz="1600" dirty="0"/>
          </a:p>
        </p:txBody>
      </p:sp>
      <p:pic>
        <p:nvPicPr>
          <p:cNvPr id="5" name="Image 0" descr="/home/claude/ppt/driv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848" y="1965960"/>
            <a:ext cx="5486400" cy="2743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5074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4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FU-GLIDE Innovation Intelligence Network Initiative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FG DRIVO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Transport &amp; Tourism Mobility Platform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DRIVO is a proposed technology-enabled transport and tourism service created under Fu-Glide Innovation Intelligence Network. It connects customers with suitable drivers and vehicles for local travel, long-distance journeys, hill routes, temple visits, family trips, corporate travel and multi-day tourism packages — combining a customer app, driver panel, admin dashboard, fare engine and trip tracking into one organised mobility platform.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Journey, Our Responsibility”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F4EF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78040" y="1828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Identity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377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2651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Vetri Velan Transport Project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154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Brand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3429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DRIVO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931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42062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Outstation, Hill Travel &amp; Tourism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709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4983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Mobile Application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54864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Area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5760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Dindigul, Chinnalapatti, Madurai, Kodaikanal, Palani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Three-Level Trip Structure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vehicle and driver for every journey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611880" cy="777240"/>
          </a:xfrm>
          <a:prstGeom prst="roundRect">
            <a:avLst>
              <a:gd name="adj" fmla="val 10588"/>
            </a:avLst>
          </a:prstGeom>
          <a:solidFill>
            <a:srgbClr val="4A227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&amp; Local Trips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3375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rides, station/hospital pickup, office travel, short temple visits.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4892040"/>
            <a:ext cx="3246120" cy="0"/>
          </a:xfrm>
          <a:prstGeom prst="line">
            <a:avLst/>
          </a:prstGeom>
          <a:noFill/>
          <a:ln w="12700">
            <a:solidFill>
              <a:srgbClr val="E8D6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983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MODEL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257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fare, route-based fare &amp; hourly rental.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1737360"/>
            <a:ext cx="3611880" cy="777240"/>
          </a:xfrm>
          <a:prstGeom prst="roundRect">
            <a:avLst>
              <a:gd name="adj" fmla="val 10588"/>
            </a:avLst>
          </a:prstGeom>
          <a:solidFill>
            <a:srgbClr val="4A22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4340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6517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Long-Distance Trips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3375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Outstation &amp; intercity travel, airport transfer, corporate travel, round trips.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4892040"/>
            <a:ext cx="3246120" cy="0"/>
          </a:xfrm>
          <a:prstGeom prst="line">
            <a:avLst/>
          </a:prstGeom>
          <a:noFill/>
          <a:ln w="12700">
            <a:solidFill>
              <a:srgbClr val="E8D6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983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MODEL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5257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Per-km rate + driver allowance + toll/parking.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173736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737360"/>
            <a:ext cx="3611880" cy="777240"/>
          </a:xfrm>
          <a:prstGeom prst="roundRect">
            <a:avLst>
              <a:gd name="adj" fmla="val 10588"/>
            </a:avLst>
          </a:prstGeom>
          <a:solidFill>
            <a:srgbClr val="4A227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38160" y="184708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6517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Hill, Premium &amp; Tourism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3375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Kodaikanal, hill temples, premium family trips, multi-day tour packages.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21040" y="4892040"/>
            <a:ext cx="3246120" cy="0"/>
          </a:xfrm>
          <a:prstGeom prst="line">
            <a:avLst/>
          </a:prstGeom>
          <a:noFill/>
          <a:ln w="12700">
            <a:solidFill>
              <a:srgbClr val="E8D6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9834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MODEL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2578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route rate + allowance + permit &amp; package charges.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2880" cy="1828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20299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reliable transport booking platform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06624"/>
            <a:ext cx="182880" cy="1828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63347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 fares for customers &amp; drivers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182880" cy="1828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23697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trip levels by route, distance &amp; service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840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driver idle time, more bookings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17136"/>
            <a:ext cx="182880" cy="1828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444398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outstation, hill, temple &amp; tourism travel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82880" cy="18288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50474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records for bookings, payments &amp; fleet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22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55080" y="2103120"/>
            <a:ext cx="182880" cy="18288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02552" y="20299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pickup/drop within Dindigul &amp; nearby areas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706624"/>
            <a:ext cx="182880" cy="18288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02552" y="263347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&amp; outstation trips to major towns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310128"/>
            <a:ext cx="182880" cy="18288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02552" y="323697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trips — Kodaikanal, Poombarai &amp; more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3913632"/>
            <a:ext cx="182880" cy="18288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02552" y="3840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&amp; heritage trips — Palani, Madurai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55080" y="4517136"/>
            <a:ext cx="182880" cy="18288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02552" y="444398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Family, corporate, airport &amp; event transport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5120640"/>
            <a:ext cx="182880" cy="18288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02552" y="504748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packages with hotel/sightseeing support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22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Invitation to MBA Students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business acumen on a live mobility project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4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DRIVO is opening its doors to MBA students who want to work on a real, evolving business — not a classroom case study. Join the founding team to research, model and shape how FG DRIVO launches and grows.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3518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9260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Research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19272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local transport demand, competitor pricing, and customer segments across Dindigul &amp; nearby towns.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78892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3518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29260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&amp; Fare Modelling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319272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fare structures, unit economics, driver-earning protection, and revenue projections.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3518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&amp; Strategy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056632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driver onboarding, vehicle allocation, fleet categories, and phased market launch.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452628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3518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Growth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056632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go-to-market plans, branding, hotel/corporate partnerships, and digital promotion.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D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Interns/collaborators gain real project exposure, mentorship, a portfolio case study, and a certificate of experience from Fu-Glide.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51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4A227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Collaborate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4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is actively looking to partner with colleges and companies — co-designed training and placement programs for institutions, job-ready talent and digital, branding and technology services for businesses, and MBA students ready to work on the live FG DRIVO mobility project.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start the conversation.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7315200" cy="2651760"/>
          </a:xfrm>
          <a:prstGeom prst="roundRect">
            <a:avLst>
              <a:gd name="adj" fmla="val 2759"/>
            </a:avLst>
          </a:prstGeom>
          <a:solidFill>
            <a:srgbClr val="4A227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84048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38404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38B RMV Complex, Palani Road, Dindigul – 624003, Tamil Nadu, India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2511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432511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+91 91507 92336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097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80974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fuglide@gmail.com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9437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529437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www.fuglide.com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790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577900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@fu_glide_iin</a:t>
            </a:r>
            <a:endParaRPr lang="en-US" sz="1250" dirty="0"/>
          </a:p>
        </p:txBody>
      </p:sp>
      <p:pic>
        <p:nvPicPr>
          <p:cNvPr id="17" name="Image 0" descr="/home/claude/ppt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3977640"/>
            <a:ext cx="2743200" cy="21945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FU-GLIDE  |  Innovation Intelligence Network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2026-09-19T04:53:34Z</dcterms:created>
  <dcterms:modified xsi:type="dcterms:W3CDTF">2026-09-19T04:53:34Z</dcterms:modified>
</cp:coreProperties>
</file>